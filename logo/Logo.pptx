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9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5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4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9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9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8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9B54F-0C20-4E59-98FD-BA014215B6C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1446B-33F6-4ECA-9E07-3F96B124B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4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819" y="512075"/>
            <a:ext cx="5082361" cy="108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6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2026-09-03T15:52:53Z</dcterms:created>
  <dcterms:modified xsi:type="dcterms:W3CDTF">2026-09-03T15:53:22Z</dcterms:modified>
</cp:coreProperties>
</file>